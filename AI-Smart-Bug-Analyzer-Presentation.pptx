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Result</c:v>
                </c:pt>
              </c:strCache>
            </c:strRef>
          </c:tx>
          <c:spPr>
            <a:solidFill>
              <a:srgbClr val="12A594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354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Pipeline completion</c:v>
                  </c:pt>
                  <c:pt idx="1">
                    <c:v>Exception detection</c:v>
                  </c:pt>
                  <c:pt idx="2">
                    <c:v>Component accuracy</c:v>
                  </c:pt>
                  <c:pt idx="3">
                    <c:v>Severity accuracy</c:v>
                  </c:pt>
                  <c:pt idx="4">
                    <c:v>Stack-trace parsing</c:v>
                  </c:pt>
                  <c:pt idx="5">
                    <c:v>Duplicate precision</c:v>
                  </c:pt>
                  <c:pt idx="6">
                    <c:v>Duplicate F1</c:v>
                  </c:pt>
                  <c:pt idx="7">
                    <c:v>Recommendation relevance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92.31</c:v>
                </c:pt>
                <c:pt idx="7">
                  <c:v>100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2B354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354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b"/>
        <c:majorGridlines>
          <c:spPr>
            <a:ln w="9525" cap="flat">
              <a:solidFill>
                <a:srgbClr val="E4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78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Opening. The project is a local-first, offline bug triage and remediation assistant built over four internship milestones.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 slide: the three failure modes of manual triage, and the single architectural commitment that answers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user-facing loop in four moves, and what the report actually contains.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components: five in the per-defect pipeline plus the portfolio analytics agent added in Milestone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 matters: retrieval runs once and is passed forward. Failures are contained, not fatal.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retrieval layer and the reasoning behind choosing RAG over fine-tuning.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overview before the four detail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Milestone 1 established intake and the retrieval substrate everything later depends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Parsing asymmetries between languages are handled explicitly — choosing the wrong end of the stack names the entry point instead of the failing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milestone completes the five-agent pipeline. All three new agents consume the shared retrieval 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Milestone 4 turns the pipeline into a system that improves with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Duplicate precision is 100% by design — the conservative threshold trades recall for precision.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Ruff for linting; pytest for the suite; evaluation harness regenerated per milestone.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stack is intentionally small and local-first.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Stating the limits plainly is consistent with the system's own confidence behaviour.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core claim: traceability, not guesswork.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754880" cy="4754880"/>
          </a:xfrm>
          <a:prstGeom prst="ellipse">
            <a:avLst/>
          </a:prstGeom>
          <a:solidFill>
            <a:srgbClr val="1E2733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377440" cy="2377440"/>
          </a:xfrm>
          <a:prstGeom prst="ellipse">
            <a:avLst/>
          </a:prstGeom>
          <a:solidFill>
            <a:srgbClr val="E2543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5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INTERNSHIP  ·  CAPSTONE PROJECT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8595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Smart Bug Analyzer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Fix Advisor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five-agent, offline defect-analysis pipeline that grounds every root cause and fix in retrieved historical bugs — and learns from each confirmed repair.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22960" y="55595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71800" y="5029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3,600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971800" y="55595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indexed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20640" y="5029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155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120640" y="55595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269480" y="5029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269480" y="55595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Ragav K  ·  github.com/Ragav-K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25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Triage is repetitive, and the answer is usually already written down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035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75688"/>
            <a:ext cx="420624" cy="420624"/>
          </a:xfrm>
          <a:prstGeom prst="ellipse">
            <a:avLst/>
          </a:prstGeom>
          <a:solidFill>
            <a:srgbClr val="E254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75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81328" y="18928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arrive unstructured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81328" y="224028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text, screenshots, and 20,000-line logs — the exception is buried before triage even starts.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108960"/>
            <a:ext cx="6035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493008"/>
            <a:ext cx="420624" cy="420624"/>
          </a:xfrm>
          <a:prstGeom prst="ellipse">
            <a:avLst/>
          </a:prstGeom>
          <a:solidFill>
            <a:srgbClr val="E2543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493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81328" y="33101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defect is filed twice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81328" y="365760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"Login crashes" and "cannot sign in" share no vocabulary, so keyword search never links them.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526280"/>
            <a:ext cx="6035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910328"/>
            <a:ext cx="420624" cy="420624"/>
          </a:xfrm>
          <a:prstGeom prst="ellipse">
            <a:avLst/>
          </a:prstGeom>
          <a:solidFill>
            <a:srgbClr val="E2543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910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81328" y="47274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knowledge is not reused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81328" y="507492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resolution exists in a closed ticket nobody retrieves at the moment it would help.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040880" y="1691640"/>
            <a:ext cx="4480560" cy="4160520"/>
          </a:xfrm>
          <a:prstGeom prst="roundRect">
            <a:avLst>
              <a:gd name="adj" fmla="val 1758"/>
            </a:avLst>
          </a:prstGeom>
          <a:solidFill>
            <a:srgbClr val="1E2733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06640" y="2011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25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answer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06640" y="23774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 first,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reason.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406640" y="342900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hypothesis, duplicate, and recommended fix cites a real historical defect by ID and similarity score. When no evidence exists, the system says so and lowers its confidence rather than inventing a cause.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06640" y="5120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hosted LLM. No hallucination surface.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25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submission in, a traceable, structured report out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11680"/>
            <a:ext cx="420624" cy="420624"/>
          </a:xfrm>
          <a:prstGeom prst="ellipse">
            <a:avLst/>
          </a:prstGeom>
          <a:solidFill>
            <a:srgbClr val="E254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text, a file, or both. Python, Java, JavaScript, and generic logs are parsed.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82112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8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56432" y="17373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30752" y="2011680"/>
            <a:ext cx="420624" cy="420624"/>
          </a:xfrm>
          <a:prstGeom prst="ellipse">
            <a:avLst/>
          </a:prstGeom>
          <a:solidFill>
            <a:srgbClr val="E2543B"/>
          </a:solidFill>
          <a:ln/>
        </p:spPr>
      </p:sp>
      <p:sp>
        <p:nvSpPr>
          <p:cNvPr id="12" name="Text 10"/>
          <p:cNvSpPr/>
          <p:nvPr/>
        </p:nvSpPr>
        <p:spPr>
          <a:xfrm>
            <a:off x="3730752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30752" y="2606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730752" y="30175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top-10 semantic search over the historical corpus, reused by every agent.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98464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8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72784" y="17373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47104" y="2011680"/>
            <a:ext cx="420624" cy="420624"/>
          </a:xfrm>
          <a:prstGeom prst="ellipse">
            <a:avLst/>
          </a:prstGeom>
          <a:solidFill>
            <a:srgbClr val="E2543B"/>
          </a:solidFill>
          <a:ln/>
        </p:spPr>
      </p:sp>
      <p:sp>
        <p:nvSpPr>
          <p:cNvPr id="18" name="Text 16"/>
          <p:cNvSpPr/>
          <p:nvPr/>
        </p:nvSpPr>
        <p:spPr>
          <a:xfrm>
            <a:off x="6547104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47104" y="2606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547104" y="30175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fault-isolated agents produce severity, cause, duplicates, and a fix.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814816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8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089136" y="17373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363456" y="2011680"/>
            <a:ext cx="420624" cy="420624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24" name="Text 22"/>
          <p:cNvSpPr/>
          <p:nvPr/>
        </p:nvSpPr>
        <p:spPr>
          <a:xfrm>
            <a:off x="9363456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363456" y="2606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363456" y="30175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confirmed fix is written back and becomes retrievable evidence immediately.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4389120"/>
            <a:ext cx="10908792" cy="1508760"/>
          </a:xfrm>
          <a:prstGeom prst="roundRect">
            <a:avLst>
              <a:gd name="adj" fmla="val 4848"/>
            </a:avLst>
          </a:prstGeom>
          <a:solidFill>
            <a:srgbClr val="1E2733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60120" y="4663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findings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60120" y="4983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Tabbed dashboard: triage, logs, cause, duplicates, fix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639312" y="4663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provenance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3639312" y="4983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IDs and similarity on every evidence item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318504" y="4663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analytics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318504" y="4983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themes, hotspots, systemic patterns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997696" y="4663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8997696" y="4983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and JSON reports, stored locally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25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single-responsibility agents, each with a typed contract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47672"/>
            <a:ext cx="420624" cy="420624"/>
          </a:xfrm>
          <a:prstGeom prst="ellipse">
            <a:avLst/>
          </a:prstGeom>
          <a:solidFill>
            <a:srgbClr val="E2543B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947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44752" y="1965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Analysis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96112" y="246888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language and parses the trace: exception, root exception, failing frame, file, line, call stack.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96112" y="324612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E25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Java · JS · generic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52544" y="169164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08576" y="1947672"/>
            <a:ext cx="420624" cy="420624"/>
          </a:xfrm>
          <a:prstGeom prst="ellipse">
            <a:avLst/>
          </a:prstGeom>
          <a:solidFill>
            <a:srgbClr val="E2543B"/>
          </a:solidFill>
          <a:ln/>
        </p:spPr>
      </p:sp>
      <p:sp>
        <p:nvSpPr>
          <p:cNvPr id="12" name="Text 10"/>
          <p:cNvSpPr/>
          <p:nvPr/>
        </p:nvSpPr>
        <p:spPr>
          <a:xfrm>
            <a:off x="4608576" y="1947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57216" y="1965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Triage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608576" y="246888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Severity, priority, likely component, bug category, confidence, and the signals behind each.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608576" y="324612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E25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text input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65008" y="169164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1947672"/>
            <a:ext cx="420624" cy="420624"/>
          </a:xfrm>
          <a:prstGeom prst="ellipse">
            <a:avLst/>
          </a:prstGeom>
          <a:solidFill>
            <a:srgbClr val="E2543B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1947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869680" y="1965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Cause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8321040" y="246888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exception, component, and stack against retrieved defects. Every claim keeps its bug ID.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321040" y="324612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E25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honestly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384048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6112" y="4096512"/>
            <a:ext cx="420624" cy="420624"/>
          </a:xfrm>
          <a:prstGeom prst="ellipse">
            <a:avLst/>
          </a:prstGeom>
          <a:solidFill>
            <a:srgbClr val="E2543B"/>
          </a:solidFill>
          <a:ln/>
        </p:spPr>
      </p:sp>
      <p:sp>
        <p:nvSpPr>
          <p:cNvPr id="24" name="Text 22"/>
          <p:cNvSpPr/>
          <p:nvPr/>
        </p:nvSpPr>
        <p:spPr>
          <a:xfrm>
            <a:off x="896112" y="4096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44752" y="4114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Detection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896112" y="46177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Re-ranks the shared top-10 on exception, component, and severity agreement.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96112" y="53949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E25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threshold · max 5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352544" y="384048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08576" y="4096512"/>
            <a:ext cx="420624" cy="420624"/>
          </a:xfrm>
          <a:prstGeom prst="ellipse">
            <a:avLst/>
          </a:prstGeom>
          <a:solidFill>
            <a:srgbClr val="E2543B"/>
          </a:solidFill>
          <a:ln/>
        </p:spPr>
      </p:sp>
      <p:sp>
        <p:nvSpPr>
          <p:cNvPr id="30" name="Text 28"/>
          <p:cNvSpPr/>
          <p:nvPr/>
        </p:nvSpPr>
        <p:spPr>
          <a:xfrm>
            <a:off x="4608576" y="4096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157216" y="4114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Remediation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4608576" y="46177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Fix, ordered verification steps, likely files, prevention guidance, and its provenance basis.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608576" y="53949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E25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invents a fix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065008" y="384048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ECF6F4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321040" y="4096512"/>
            <a:ext cx="420624" cy="420624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36" name="Text 34"/>
          <p:cNvSpPr/>
          <p:nvPr/>
        </p:nvSpPr>
        <p:spPr>
          <a:xfrm>
            <a:off x="8321040" y="4096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869680" y="4114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 Analytics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8321040" y="46177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outside the pipeline over all stored submissions: themes, hotspots, systemic rules.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321040" y="53949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addition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25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retrieval, sequential agents, isolated failures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7665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2024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BugAnalysisOrchestrator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005840" y="2505456"/>
            <a:ext cx="164592" cy="164592"/>
          </a:xfrm>
          <a:prstGeom prst="ellipse">
            <a:avLst/>
          </a:prstGeom>
          <a:solidFill>
            <a:srgbClr val="E2543B"/>
          </a:solidFill>
          <a:ln/>
        </p:spPr>
      </p:sp>
      <p:sp>
        <p:nvSpPr>
          <p:cNvPr id="7" name="Shape 5"/>
          <p:cNvSpPr/>
          <p:nvPr/>
        </p:nvSpPr>
        <p:spPr>
          <a:xfrm>
            <a:off x="1088136" y="2670048"/>
            <a:ext cx="0" cy="320040"/>
          </a:xfrm>
          <a:prstGeom prst="line">
            <a:avLst/>
          </a:prstGeom>
          <a:noFill/>
          <a:ln w="15875">
            <a:solidFill>
              <a:srgbClr val="D8DE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2423160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submission and extract text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005840" y="2990088"/>
            <a:ext cx="164592" cy="164592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10" name="Shape 8"/>
          <p:cNvSpPr/>
          <p:nvPr/>
        </p:nvSpPr>
        <p:spPr>
          <a:xfrm>
            <a:off x="1088136" y="3154680"/>
            <a:ext cx="0" cy="320040"/>
          </a:xfrm>
          <a:prstGeom prst="line">
            <a:avLst/>
          </a:prstGeom>
          <a:noFill/>
          <a:ln w="15875">
            <a:solidFill>
              <a:srgbClr val="D8DE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2907792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history once — top 10 candidates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005840" y="3474720"/>
            <a:ext cx="164592" cy="164592"/>
          </a:xfrm>
          <a:prstGeom prst="ellipse">
            <a:avLst/>
          </a:prstGeom>
          <a:solidFill>
            <a:srgbClr val="E2543B"/>
          </a:solidFill>
          <a:ln/>
        </p:spPr>
      </p:sp>
      <p:sp>
        <p:nvSpPr>
          <p:cNvPr id="13" name="Shape 11"/>
          <p:cNvSpPr/>
          <p:nvPr/>
        </p:nvSpPr>
        <p:spPr>
          <a:xfrm>
            <a:off x="1088136" y="3639312"/>
            <a:ext cx="0" cy="320040"/>
          </a:xfrm>
          <a:prstGeom prst="line">
            <a:avLst/>
          </a:prstGeom>
          <a:noFill/>
          <a:ln w="15875">
            <a:solidFill>
              <a:srgbClr val="D8DE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3392424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analysis → Triage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005840" y="3959352"/>
            <a:ext cx="164592" cy="164592"/>
          </a:xfrm>
          <a:prstGeom prst="ellipse">
            <a:avLst/>
          </a:prstGeom>
          <a:solidFill>
            <a:srgbClr val="E2543B"/>
          </a:solidFill>
          <a:ln/>
        </p:spPr>
      </p:sp>
      <p:sp>
        <p:nvSpPr>
          <p:cNvPr id="16" name="Shape 14"/>
          <p:cNvSpPr/>
          <p:nvPr/>
        </p:nvSpPr>
        <p:spPr>
          <a:xfrm>
            <a:off x="1088136" y="4123944"/>
            <a:ext cx="0" cy="320040"/>
          </a:xfrm>
          <a:prstGeom prst="line">
            <a:avLst/>
          </a:prstGeom>
          <a:noFill/>
          <a:ln w="15875">
            <a:solidFill>
              <a:srgbClr val="D8DE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3877056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(+ shared context)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005840" y="4443984"/>
            <a:ext cx="164592" cy="164592"/>
          </a:xfrm>
          <a:prstGeom prst="ellipse">
            <a:avLst/>
          </a:prstGeom>
          <a:solidFill>
            <a:srgbClr val="E2543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88136" y="4608576"/>
            <a:ext cx="0" cy="320040"/>
          </a:xfrm>
          <a:prstGeom prst="line">
            <a:avLst/>
          </a:prstGeom>
          <a:noFill/>
          <a:ln w="15875">
            <a:solidFill>
              <a:srgbClr val="D8DE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71600" y="4361688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1005840" y="4928616"/>
            <a:ext cx="164592" cy="164592"/>
          </a:xfrm>
          <a:prstGeom prst="ellipse">
            <a:avLst/>
          </a:prstGeom>
          <a:solidFill>
            <a:srgbClr val="E2543B"/>
          </a:solidFill>
          <a:ln/>
        </p:spPr>
      </p:sp>
      <p:sp>
        <p:nvSpPr>
          <p:cNvPr id="22" name="Shape 20"/>
          <p:cNvSpPr/>
          <p:nvPr/>
        </p:nvSpPr>
        <p:spPr>
          <a:xfrm>
            <a:off x="1088136" y="5093208"/>
            <a:ext cx="0" cy="320040"/>
          </a:xfrm>
          <a:prstGeom prst="line">
            <a:avLst/>
          </a:prstGeom>
          <a:noFill/>
          <a:ln w="15875">
            <a:solidFill>
              <a:srgbClr val="D8DE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71600" y="4846320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(+ cause + duplicates)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005840" y="5413248"/>
            <a:ext cx="164592" cy="164592"/>
          </a:xfrm>
          <a:prstGeom prst="ellipse">
            <a:avLst/>
          </a:prstGeom>
          <a:solidFill>
            <a:srgbClr val="E2543B"/>
          </a:solidFill>
          <a:ln/>
        </p:spPr>
      </p:sp>
      <p:sp>
        <p:nvSpPr>
          <p:cNvPr id="25" name="Text 23"/>
          <p:cNvSpPr/>
          <p:nvPr/>
        </p:nvSpPr>
        <p:spPr>
          <a:xfrm>
            <a:off x="1371600" y="5330952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findings and local storage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772400" y="1691640"/>
            <a:ext cx="3776472" cy="914400"/>
          </a:xfrm>
          <a:prstGeom prst="roundRect">
            <a:avLst>
              <a:gd name="adj" fmla="val 8000"/>
            </a:avLst>
          </a:prstGeom>
          <a:solidFill>
            <a:srgbClr val="1E2733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046720" y="18105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Fault-isolated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046720" y="209397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exception is recorded under metadata.agent_errors; later agents still run.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772400" y="2770632"/>
            <a:ext cx="3776472" cy="914400"/>
          </a:xfrm>
          <a:prstGeom prst="roundRect">
            <a:avLst>
              <a:gd name="adj" fmla="val 8000"/>
            </a:avLst>
          </a:prstGeom>
          <a:solidFill>
            <a:srgbClr val="1E2733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046720" y="28895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retrieval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8046720" y="31729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cannot cite contradictory histories, and the search cost is paid once.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772400" y="3849624"/>
            <a:ext cx="3776472" cy="914400"/>
          </a:xfrm>
          <a:prstGeom prst="roundRect">
            <a:avLst>
              <a:gd name="adj" fmla="val 8000"/>
            </a:avLst>
          </a:prstGeom>
          <a:solidFill>
            <a:srgbClr val="1E2733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046720" y="39684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046720" y="4251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Logs, stack frames, dataset rows, result counts, and search time are all capped.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772400" y="4928616"/>
            <a:ext cx="3776472" cy="914400"/>
          </a:xfrm>
          <a:prstGeom prst="roundRect">
            <a:avLst>
              <a:gd name="adj" fmla="val 8000"/>
            </a:avLst>
          </a:prstGeom>
          <a:solidFill>
            <a:srgbClr val="1E2733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046720" y="50474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8046720" y="53309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models and a stable schema version 3.0 envelope make results testable.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25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Retrieval-augmented, with a graceful path when the index is cold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659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path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Transformers all-MiniLM-L6-v2, run locally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persistent cosine-similarity index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3,600 committed defects; ~4–5 min one-time build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search ≈ 50 ms; model cold start ≈ 25 s, preloaded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537667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9659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Fallback path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237744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local token matcher with cosine similarity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Engages when the index is missing, building, or times out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recall — and the interface says so explicitly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still completes end to end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160520"/>
            <a:ext cx="10908792" cy="1737360"/>
          </a:xfrm>
          <a:prstGeom prst="roundRect">
            <a:avLst>
              <a:gd name="adj" fmla="val 4211"/>
            </a:avLst>
          </a:prstGeom>
          <a:solidFill>
            <a:srgbClr val="1E2733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440740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RAG rather than a fine-tuned model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480060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corpora are heterogeneous, project-specific, and always growing. Fine-tuning would mean retraining on every new defect. Retrieval lets the knowledge base grow by adding a row — which is exactly what the Milestone 4 growth mechanism does.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38160" y="44805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i="1" dirty="0">
                <a:solidFill>
                  <a:srgbClr val="12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row,</a:t>
            </a:r>
            <a:endParaRPr lang="en-US" sz="2100" dirty="0"/>
          </a:p>
          <a:p>
            <a:pPr indent="0" marL="0">
              <a:buNone/>
            </a:pPr>
            <a:r>
              <a:rPr lang="en-US" sz="2100" b="1" i="1" dirty="0">
                <a:solidFill>
                  <a:srgbClr val="12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training run.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25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milestones, each shipping working software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33272" y="2148840"/>
            <a:ext cx="9601200" cy="0"/>
          </a:xfrm>
          <a:prstGeom prst="line">
            <a:avLst/>
          </a:prstGeom>
          <a:noFill/>
          <a:ln w="19050">
            <a:solidFill>
              <a:srgbClr val="3A46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38528"/>
            <a:ext cx="420624" cy="420624"/>
          </a:xfrm>
          <a:prstGeom prst="ellipse">
            <a:avLst/>
          </a:prstGeom>
          <a:solidFill>
            <a:srgbClr val="E2543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Jun – 9 Jul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3364992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Research, architecture, bug submission module, and the historical knowledge base.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4805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39312" y="1938528"/>
            <a:ext cx="420624" cy="420624"/>
          </a:xfrm>
          <a:prstGeom prst="ellipse">
            <a:avLst/>
          </a:prstGeom>
          <a:solidFill>
            <a:srgbClr val="E2543B"/>
          </a:solidFill>
          <a:ln/>
        </p:spPr>
      </p:sp>
      <p:sp>
        <p:nvSpPr>
          <p:cNvPr id="12" name="Text 10"/>
          <p:cNvSpPr/>
          <p:nvPr/>
        </p:nvSpPr>
        <p:spPr>
          <a:xfrm>
            <a:off x="3639312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56432" y="26060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– 21 Jul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56432" y="28803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agents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456432" y="3364992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agent, log analysis agent, and the multi-agent orchestrator.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56432" y="44805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55664" y="1938528"/>
            <a:ext cx="420624" cy="420624"/>
          </a:xfrm>
          <a:prstGeom prst="ellipse">
            <a:avLst/>
          </a:prstGeom>
          <a:solidFill>
            <a:srgbClr val="E2543B"/>
          </a:solidFill>
          <a:ln/>
        </p:spPr>
      </p:sp>
      <p:sp>
        <p:nvSpPr>
          <p:cNvPr id="18" name="Text 16"/>
          <p:cNvSpPr/>
          <p:nvPr/>
        </p:nvSpPr>
        <p:spPr>
          <a:xfrm>
            <a:off x="6455664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72784" y="26060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– 31 Jul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72784" y="28803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reasoning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72784" y="3364992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cause, duplicate detection, remediation, and the findings dashboard.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72784" y="44805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272016" y="1938528"/>
            <a:ext cx="420624" cy="420624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24" name="Text 22"/>
          <p:cNvSpPr/>
          <p:nvPr/>
        </p:nvSpPr>
        <p:spPr>
          <a:xfrm>
            <a:off x="9272016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089136" y="26060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089136" y="28803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&amp; learning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089136" y="3364992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analytics, knowledge base growth, end-to-end validation, documentation.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089136" y="44805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5074920"/>
            <a:ext cx="10908792" cy="1097280"/>
          </a:xfrm>
          <a:prstGeom prst="roundRect">
            <a:avLst>
              <a:gd name="adj" fmla="val 6667"/>
            </a:avLst>
          </a:prstGeom>
          <a:solidFill>
            <a:srgbClr val="1E2733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60120" y="53035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4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milestone added capability without breaking the last: the schema, the fault-isolation contract, and the single-retrieval rule established in M1–M2 still hold in M4.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25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 ·  30 JUNE – 9 JULY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Foundation, bug submission, and the historical knowledge base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33172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module: text, files, or both, with validation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extraction from PDF, DOCX, images, and logs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corpus loading from CSV, JSON, JSONL, XLS, XLSX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pipeline and persistent ChromaDB index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fallback matcher for index-free operation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376672" cy="2286000"/>
          </a:xfrm>
          <a:prstGeom prst="roundRect">
            <a:avLst>
              <a:gd name="adj" fmla="val 3200"/>
            </a:avLst>
          </a:prstGeom>
          <a:solidFill>
            <a:srgbClr val="1E2733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commitments made here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2377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over keyword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915400" y="2377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defect, disjoint vocabulary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92240" y="28895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Fault-isolated agents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915400" y="28895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failure costs one section, not the report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92240" y="34015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offline, no LLM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915400" y="34015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cost, no latency, no hallucination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2519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4480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5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3,600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68680" y="5029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committed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56432" y="42519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85032" y="4480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5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3685032" y="5029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formats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72784" y="42519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01384" y="4480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5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384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501384" y="5029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dimensions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089136" y="42519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317736" y="4480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5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9317736" y="5029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required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25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 ·  10 – 21 JULY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Triage agent, log analysis agent, and orchestration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76656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2024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Language-aware log parsing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3591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377440" y="235915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PATTERN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937760" y="23591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60120" y="2596896"/>
            <a:ext cx="6263640" cy="0"/>
          </a:xfrm>
          <a:prstGeom prst="line">
            <a:avLst/>
          </a:prstGeom>
          <a:noFill/>
          <a:ln w="9525">
            <a:solidFill>
              <a:srgbClr val="D8DE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63347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377440" y="263347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"…", line N, in func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0" y="263347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= last exception in the chain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60120" y="2980944"/>
            <a:ext cx="6263640" cy="0"/>
          </a:xfrm>
          <a:prstGeom prst="line">
            <a:avLst/>
          </a:prstGeom>
          <a:noFill/>
          <a:ln w="9525">
            <a:solidFill>
              <a:srgbClr val="D8DE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0175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77440" y="301752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pkg.Class.method(File.java:N)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30175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= deepest Caused by: link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60120" y="3364992"/>
            <a:ext cx="6263640" cy="0"/>
          </a:xfrm>
          <a:prstGeom prst="line">
            <a:avLst/>
          </a:prstGeom>
          <a:noFill/>
          <a:ln w="9525">
            <a:solidFill>
              <a:srgbClr val="D8DE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4015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377440" y="340156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func (file.js:N:C)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340156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Innermost frame printed first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60120" y="3749040"/>
            <a:ext cx="6263640" cy="0"/>
          </a:xfrm>
          <a:prstGeom prst="line">
            <a:avLst/>
          </a:prstGeom>
          <a:noFill/>
          <a:ln w="9525">
            <a:solidFill>
              <a:srgbClr val="D8DE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378561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377440" y="3785616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unanchored Name(Error|Exception)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378561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Recovers traces embedded in prose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0" y="1691640"/>
            <a:ext cx="3776472" cy="2514600"/>
          </a:xfrm>
          <a:prstGeom prst="roundRect">
            <a:avLst>
              <a:gd name="adj" fmla="val 2909"/>
            </a:avLst>
          </a:prstGeom>
          <a:solidFill>
            <a:srgbClr val="1E2733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09244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Triage agent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092440" y="233172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severity, priority, likely component, bug category, confidence, and the evidence and reasoning signals behind each — as a typed Pydantic result, not free text.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092440" y="37033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introduced here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448056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ECF6F4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68680" y="464515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868680" y="51480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severity, priority, component accuracy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456432" y="448056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ECF6F4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685032" y="464515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3685032" y="51480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detection accuracy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72784" y="448056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ECF6F4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501384" y="464515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84.5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6501384" y="51480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triage confidence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089136" y="448056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ECF6F4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9317736" y="464515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0.10 s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9317736" y="51480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execution time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0080" y="58704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the 60-report evaluation harness (evaluation/evaluate_agents).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25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  ·  22 – 31 JULY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cause, duplicate detection, remediation, and findings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7472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38528"/>
            <a:ext cx="420624" cy="420624"/>
          </a:xfrm>
          <a:prstGeom prst="ellipse">
            <a:avLst/>
          </a:prstGeom>
          <a:solidFill>
            <a:srgbClr val="E2543B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44752" y="195681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Cause Agent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96112" y="2487168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Hypothesis, confidence, reasoning, and a ranked evidence list. Every item carries source, bug ID, detail, and similarity percentage, so a reviewer can open the cited defect and check the claim.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E25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usable retrieval → exception-family reasoning at visibly reduced confidence (21–27%).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52544" y="1691640"/>
            <a:ext cx="347472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08576" y="1938528"/>
            <a:ext cx="420624" cy="420624"/>
          </a:xfrm>
          <a:prstGeom prst="ellipse">
            <a:avLst/>
          </a:prstGeom>
          <a:solidFill>
            <a:srgbClr val="E2543B"/>
          </a:solidFill>
          <a:ln/>
        </p:spPr>
      </p:sp>
      <p:sp>
        <p:nvSpPr>
          <p:cNvPr id="12" name="Text 10"/>
          <p:cNvSpPr/>
          <p:nvPr/>
        </p:nvSpPr>
        <p:spPr>
          <a:xfrm>
            <a:off x="4608576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57216" y="195681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Detection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608576" y="2487168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Re-ranks the shared top-10 on exception, component, and severity agreement. Deliberately conservative: a false duplicate wastes the time the tool exists to save.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0857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E25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threshold, capped at five results.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65008" y="1691640"/>
            <a:ext cx="347472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1938528"/>
            <a:ext cx="420624" cy="420624"/>
          </a:xfrm>
          <a:prstGeom prst="ellipse">
            <a:avLst/>
          </a:prstGeom>
          <a:solidFill>
            <a:srgbClr val="E2543B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869680" y="195681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Remediation Agent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8321040" y="2487168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Fix, ordered verification steps, likely stack files, prevention guidance — plus a basis field naming where the recommendation came from.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2104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E25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≤95 · diagnostic ≤55 · none ≤35 confidence.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983480"/>
            <a:ext cx="10908792" cy="1188720"/>
          </a:xfrm>
          <a:prstGeom prst="roundRect">
            <a:avLst>
              <a:gd name="adj" fmla="val 6154"/>
            </a:avLst>
          </a:prstGeom>
          <a:solidFill>
            <a:srgbClr val="1E2733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60120" y="5120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honesty rule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3474720" y="51206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no historical resolution exists, remediation declines to invent a code change and returns evidence-gathering steps at conservative confidence. A diagnostic result never claims historical evidence — evidence_bug_ids stays empty and the interface labels it.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25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 ·  AUGUST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 analytics, knowledge base growth, and validation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20240"/>
            <a:ext cx="420624" cy="420624"/>
          </a:xfrm>
          <a:prstGeom prst="ellipse">
            <a:avLst/>
          </a:prstGeom>
          <a:solidFill>
            <a:srgbClr val="E2543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938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Defect Pattern Analytics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450592"/>
            <a:ext cx="4754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 keyed on (root exception, affected component) — not on report text, which varies by author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hotspots, severity and priority distributions, category breakdown, trend direction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systemic detection with a minimum sample size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Submissions with no agent output are excluded, not bucketed as "Unknown"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376672" cy="2377440"/>
          </a:xfrm>
          <a:prstGeom prst="roundRect">
            <a:avLst>
              <a:gd name="adj" fmla="val 3077"/>
            </a:avLst>
          </a:prstGeom>
          <a:solidFill>
            <a:srgbClr val="ECF6F4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920240"/>
            <a:ext cx="420624" cy="420624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938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Base Growth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92240" y="2450592"/>
            <a:ext cx="4754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confirmed fix is written to gitbugs/learned/ — the one location both retrieval backends already discover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and upserted into the live index immediately, not at the next rebuild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Durability first: the CSV write precedes indexing, so a failed embedding never loses the fix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Re-confirming replaces the row; a fix under four words is rejected at entry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297680"/>
            <a:ext cx="10908792" cy="1874520"/>
          </a:xfrm>
          <a:prstGeom prst="roundRect">
            <a:avLst>
              <a:gd name="adj" fmla="val 3902"/>
            </a:avLst>
          </a:prstGeom>
          <a:solidFill>
            <a:srgbClr val="1E2733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60120" y="449884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feedback edges that make this more than a one-shot pipeline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60120" y="49377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fix → retrieval corpus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60120" y="523036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 failure is answered from a proven repair rather than an inference.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49377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submissions → analytics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172200" y="523036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portfolio is measured as a whole, not one defect at a time.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25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 pipeline runs against hand-labelled expectations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3619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labelled submissions × 4 corpus sizes (0, 6, 30, 120 records). Unlike the Milestone 2 harness, these expectations are hand-labelled rather than derived from the agents' own rules.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103120"/>
          <a:ext cx="67665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2148840"/>
            <a:ext cx="3776472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046720" y="225856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25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9555480" y="225856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with an agent error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772400" y="3108960"/>
            <a:ext cx="3776472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046720" y="321868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25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0.518 s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9555480" y="321868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pipeline time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772400" y="4069080"/>
            <a:ext cx="3776472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046720" y="417880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25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85.7%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9555480" y="417880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recall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772400" y="5029200"/>
            <a:ext cx="3776472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046720" y="51389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25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56.3%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9555480" y="51389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historically grounded fixes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772400" y="5989320"/>
            <a:ext cx="3776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zero-record corpus is included deliberately: with no history the pipeline must still complete, report no duplicates, and label its recommendation as diagnostic. It does.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25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QUALITY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Tested, linted, and documented as it was built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E2733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155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68680" y="24505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56432" y="1691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E2733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85032" y="1874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85032" y="24505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coverage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2784" y="1691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E2733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01384" y="1874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501384" y="24505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tests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89136" y="1691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E2733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317736" y="1874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317736" y="24505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agent errors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29184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" y="35204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suite covers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393192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agents plus the analytics agent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reuse and fault isolation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rendering and report downloads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Malformed input, empty evidence, very large logs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persistence, submission validation, entrypoint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291840"/>
            <a:ext cx="5376672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92240" y="35204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 of real-world inputs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92240" y="393192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Chained Python traceback; Java Caused by: and SQL traces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Java trace buried inside 20,000 lines of noise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traces and key-value logs with embedded traces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 with no trace, empty records, plain-text submissions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bug types: auth crash, payment failure, DB exhaustion, security exposure, cosmetic UI, and more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25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runs locally — no hosted model, no API key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562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25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456432" y="173736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85032" y="18562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25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85032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72784" y="173736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01384" y="18562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25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501384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2.x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089136" y="173736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317736" y="18562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25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317736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OpenPyXL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278892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290779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25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68680" y="3154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456432" y="278892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85032" y="290779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25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85032" y="3154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272784" y="278892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01384" y="290779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25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501384" y="3154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 · python-docx · Pillow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9089136" y="278892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317736" y="290779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25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317736" y="3154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· local filesystem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40080" y="384048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68680" y="39593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25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68680" y="4206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3456432" y="384048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85032" y="39593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25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LINTING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685032" y="4206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Ruff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272784" y="384048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501384" y="39593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25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501384" y="4206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counters + cosine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9089136" y="384048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9317736" y="39593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25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9317736" y="4206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GitHub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640080" y="5029200"/>
            <a:ext cx="10908792" cy="1143000"/>
          </a:xfrm>
          <a:prstGeom prst="roundRect">
            <a:avLst>
              <a:gd name="adj" fmla="val 6400"/>
            </a:avLst>
          </a:prstGeom>
          <a:solidFill>
            <a:srgbClr val="1E2733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960120" y="52303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Deliberately not used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3657600" y="5230368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Flask, LangChain, MongoDB, Cloudinary, or any hosted LLM. None are runtime dependencies, and the documentation does not claim them.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25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 not do, and what comes next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limitations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33172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suggestions, not guaranteed fixes — a developer must review and test every recommendation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recommendations depend on corpus quality; public tracker exports often record only "Fixed", with no repair text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vector index must be built once before a demonstration; until then recall is lower and the interface says so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per-project exports exceed 5 million rows and are not indexed by default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and uploads are stored locally in plain form — no credentials or customer data should be submitted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376672" cy="4206240"/>
          </a:xfrm>
          <a:prstGeom prst="roundRect">
            <a:avLst>
              <a:gd name="adj" fmla="val 1739"/>
            </a:avLst>
          </a:prstGeom>
          <a:solidFill>
            <a:srgbClr val="1E2733"/>
          </a:solidFill>
          <a:ln w="9525">
            <a:solidFill>
              <a:srgbClr val="D8DEE5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goes next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92240" y="2377440"/>
            <a:ext cx="420624" cy="420624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2377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59168" y="23591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corpora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059168" y="263347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sources that record the actual repair, raising the 56% grounded-recommendation rate.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92240" y="3246120"/>
            <a:ext cx="420624" cy="420624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3246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59168" y="32278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indexing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059168" y="350215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the large raw exports in the background instead of a single long build.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92240" y="4114800"/>
            <a:ext cx="420624" cy="420624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4114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59168" y="4096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 integration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059168" y="437083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submissions from and write findings back to an issue tracker.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92240" y="4983480"/>
            <a:ext cx="420624" cy="420624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4983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59168" y="49651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feedback loop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059168" y="523951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rejected recommendations as negative evidence, not just confirmed fixes.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023360"/>
            <a:ext cx="4572000" cy="4572000"/>
          </a:xfrm>
          <a:prstGeom prst="ellipse">
            <a:avLst/>
          </a:prstGeom>
          <a:solidFill>
            <a:srgbClr val="1E2733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1097280"/>
            <a:ext cx="2926080" cy="2926080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4" name="Text 2"/>
          <p:cNvSpPr/>
          <p:nvPr/>
        </p:nvSpPr>
        <p:spPr>
          <a:xfrm>
            <a:off x="128016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25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MILESTONES COMPLETE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1828800"/>
            <a:ext cx="9144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triage assistant that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cites its sources.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280160" y="35204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fault-isolated agents, one shared retrieval, evidence carried end to end, and a knowledge base that grows with every confirmed fix — all running offline on a laptop.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47091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280160" y="5257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completion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0" y="47091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155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297680" y="5257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0" y="47091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0.518 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315200" y="5257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analysis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80160" y="5943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Ragav K  ·  Infosys Springboard Internship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Smart Bug Analyzer and Fix Advisor</dc:title>
  <dc:subject>PptxGenJS Presentation</dc:subject>
  <dc:creator>Ragav K</dc:creator>
  <cp:lastModifiedBy>Ragav K</cp:lastModifiedBy>
  <cp:revision>1</cp:revision>
  <dcterms:created xsi:type="dcterms:W3CDTF">2026-08-10T12:21:25Z</dcterms:created>
  <dcterms:modified xsi:type="dcterms:W3CDTF">2026-08-10T12:21:25Z</dcterms:modified>
</cp:coreProperties>
</file>